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m52GDqHO9yPwcgh1+9sx02Tk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5020E9-609E-4017-BB34-8560C302F62E}">
  <a:tblStyle styleId="{6F5020E9-609E-4017-BB34-8560C302F6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zju3dv/EasyMocap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🔄 In progress / Recurring task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✅ Completed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❌ Cancelled / Dropped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⏳ Waiting (e.g. waiting for a reply)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🆕 New task / Just added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🔜 Upcoming / Scheduled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📌 High priority / Important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💤 Paused / On hold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🛠️ In revision / Needs fixing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💡 Idea / Inspiration / Not yet actionable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📅 Scheduled with a specific date/time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zju3dv/EasyMocap: Make human motion capture easier. (github.com)</a:t>
            </a:r>
            <a:endParaRPr/>
          </a:p>
        </p:txBody>
      </p:sp>
      <p:sp>
        <p:nvSpPr>
          <p:cNvPr id="365" name="Google Shape;3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標題及內容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標題及內容">
  <p:cSld name="4_標題及內容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標題及內容">
  <p:cSld name="8_標題及內容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標題及內容">
  <p:cSld name="9_標題及內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標題及內容">
  <p:cSld name="10_標題及內容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3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標題及內容">
  <p:cSld name="11_標題及內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>
  <p:cSld name="標題及內容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3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標題及內容">
  <p:cSld name="5_標題及內容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3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|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標題及內容">
  <p:cSld name="24_標題及內容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4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標題及內容">
  <p:cSld name="12_標題及內容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35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 txBox="1"/>
          <p:nvPr/>
        </p:nvSpPr>
        <p:spPr>
          <a:xfrm>
            <a:off x="1375645" y="13163"/>
            <a:ext cx="106808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標題及內容">
  <p:cSld name="13_標題及內容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6"/>
          <p:cNvSpPr txBox="1"/>
          <p:nvPr/>
        </p:nvSpPr>
        <p:spPr>
          <a:xfrm>
            <a:off x="1375645" y="13163"/>
            <a:ext cx="103506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標題及內容">
  <p:cSld name="14_標題及內容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7"/>
          <p:cNvSpPr txBox="1"/>
          <p:nvPr/>
        </p:nvSpPr>
        <p:spPr>
          <a:xfrm>
            <a:off x="1375645" y="13163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標題及內容">
  <p:cSld name="15_標題及內容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8"/>
          <p:cNvSpPr txBox="1"/>
          <p:nvPr/>
        </p:nvSpPr>
        <p:spPr>
          <a:xfrm>
            <a:off x="1375645" y="13163"/>
            <a:ext cx="1072322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Related Work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標題及內容">
  <p:cSld name="1_標題及內容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3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標題及內容">
  <p:cSld name="6_標題及內容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標題及內容">
  <p:cSld name="16_標題及內容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41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1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1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work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Proposed Method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標題及內容">
  <p:cSld name="17_標題及內容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42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2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2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Experimental Results | Conclusion</a:t>
            </a:r>
            <a:endParaRPr b="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標題及內容">
  <p:cSld name="18_標題及內容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43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3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3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| Related work | Proposed Method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標題及內容">
  <p:cSld name="19_標題及內容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44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C198E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4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Paper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4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Related work | Proposed Method | Experimental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標題及內容">
  <p:cSld name="3_標題及內容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/>
          <p:nvPr/>
        </p:nvSpPr>
        <p:spPr>
          <a:xfrm>
            <a:off x="0" y="-6171"/>
            <a:ext cx="12192000" cy="353834"/>
          </a:xfrm>
          <a:prstGeom prst="rect">
            <a:avLst/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45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標題及內容">
  <p:cSld name="7_標題及內容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46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6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6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Current Architecture Recap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標題及內容">
  <p:cSld name="20_標題及內容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47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7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7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 Current Status &amp; Results 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標題及內容">
  <p:cSld name="21_標題及內容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48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8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Discussion Items 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標題及內容">
  <p:cSld name="22_標題及內容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4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49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9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9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</a:t>
            </a: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 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標題及內容">
  <p:cSld name="23_標題及內容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5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" name="Google Shape;245;p50"/>
          <p:cNvSpPr/>
          <p:nvPr/>
        </p:nvSpPr>
        <p:spPr>
          <a:xfrm>
            <a:off x="0" y="0"/>
            <a:ext cx="1375646" cy="350309"/>
          </a:xfrm>
          <a:prstGeom prst="homePlate">
            <a:avLst>
              <a:gd fmla="val 50000" name="adj"/>
            </a:avLst>
          </a:prstGeom>
          <a:solidFill>
            <a:srgbClr val="F89AB5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0"/>
          <p:cNvSpPr txBox="1"/>
          <p:nvPr/>
        </p:nvSpPr>
        <p:spPr>
          <a:xfrm>
            <a:off x="8467" y="5877"/>
            <a:ext cx="122189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0"/>
          <p:cNvSpPr txBox="1"/>
          <p:nvPr/>
        </p:nvSpPr>
        <p:spPr>
          <a:xfrm>
            <a:off x="1375645" y="13163"/>
            <a:ext cx="968182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| Current Architecture Recap | Current Status &amp; Results | Discussion Items | 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 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5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8" name="Google Shape;258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9" name="Google Shape;259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0" name="Google Shape;260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1" name="Google Shape;26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5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5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76" name="Google Shape;276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77" name="Google Shape;277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5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84" name="Google Shape;284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6" name="Google Shape;29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/>
        </p:nvSpPr>
        <p:spPr>
          <a:xfrm>
            <a:off x="779139" y="1671684"/>
            <a:ext cx="1065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20XX.XX.XX</a:t>
            </a:r>
            <a:endParaRPr/>
          </a:p>
        </p:txBody>
      </p:sp>
      <p:pic>
        <p:nvPicPr>
          <p:cNvPr id="305" name="Google Shape;3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94401" y="2487781"/>
            <a:ext cx="1938338" cy="141829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"/>
          <p:cNvSpPr txBox="1"/>
          <p:nvPr/>
        </p:nvSpPr>
        <p:spPr>
          <a:xfrm>
            <a:off x="779139" y="4254489"/>
            <a:ext cx="5515732" cy="1506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Advisor: Prof. Huang Ching-Chun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 Ur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1"/>
          <p:cNvCxnSpPr/>
          <p:nvPr/>
        </p:nvCxnSpPr>
        <p:spPr>
          <a:xfrm>
            <a:off x="849939" y="3916017"/>
            <a:ext cx="10492122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4" name="Google Shape;314;p2"/>
          <p:cNvGraphicFramePr/>
          <p:nvPr/>
        </p:nvGraphicFramePr>
        <p:xfrm>
          <a:off x="1181681" y="16131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1812375"/>
                <a:gridCol w="8016275"/>
              </a:tblGrid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[Sponsor.Name] Proj.Name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 Progress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Study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[Conf.Name Year] 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Tasks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9A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/>
                        <a:t>XXX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5" name="Google Shape;315;p2"/>
          <p:cNvSpPr txBox="1"/>
          <p:nvPr>
            <p:ph type="title"/>
          </p:nvPr>
        </p:nvSpPr>
        <p:spPr>
          <a:xfrm>
            <a:off x="896923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/>
              <a:t>Summary</a:t>
            </a:r>
            <a:endParaRPr b="1">
              <a:solidFill>
                <a:srgbClr val="7F7F7F"/>
              </a:solidFill>
            </a:endParaRPr>
          </a:p>
        </p:txBody>
      </p:sp>
      <p:graphicFrame>
        <p:nvGraphicFramePr>
          <p:cNvPr id="316" name="Google Shape;316;p2"/>
          <p:cNvGraphicFramePr/>
          <p:nvPr/>
        </p:nvGraphicFramePr>
        <p:xfrm>
          <a:off x="1181681" y="37942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"/>
          <p:cNvSpPr txBox="1"/>
          <p:nvPr/>
        </p:nvSpPr>
        <p:spPr>
          <a:xfrm>
            <a:off x="1181681" y="339590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summarize what did you do within a week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Summary</a:t>
            </a:r>
            <a:endParaRPr/>
          </a:p>
        </p:txBody>
      </p:sp>
      <p:sp>
        <p:nvSpPr>
          <p:cNvPr id="323" name="Google Shape;323;p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3"/>
          <p:cNvSpPr txBox="1"/>
          <p:nvPr/>
        </p:nvSpPr>
        <p:spPr>
          <a:xfrm>
            <a:off x="838200" y="1825624"/>
            <a:ext cx="10428293" cy="4872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(2 mins)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Challenge: XXX</a:t>
            </a:r>
            <a:endParaRPr/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XXX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(3 mins)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 Module: XXX</a:t>
            </a:r>
            <a:endParaRPr/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 Module: XXX</a:t>
            </a:r>
            <a:endParaRPr/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(3 mins)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(Experimental results, numbers, figures, or visual examples)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(2 mins)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(Specific questions to discuss or Prof.’s feedback)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(Suggestions or solution)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"/>
          <p:cNvSpPr txBox="1"/>
          <p:nvPr/>
        </p:nvSpPr>
        <p:spPr>
          <a:xfrm>
            <a:off x="1953985" y="1332336"/>
            <a:ext cx="8284029" cy="48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don’t have project,  just show this slides and make each term be NONE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(Why This Project Matters)</a:t>
            </a:r>
            <a:endParaRPr/>
          </a:p>
        </p:txBody>
      </p:sp>
      <p:sp>
        <p:nvSpPr>
          <p:cNvPr id="331" name="Google Shape;33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Related work, challenges, limitation of previous work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Recap the overall objective - motivation - Expected final outcomes</a:t>
            </a:r>
            <a:endParaRPr/>
          </a:p>
        </p:txBody>
      </p:sp>
      <p:sp>
        <p:nvSpPr>
          <p:cNvPr id="332" name="Google Shape;332;p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(Current Pipeline Overview)</a:t>
            </a:r>
            <a:endParaRPr/>
          </a:p>
        </p:txBody>
      </p:sp>
      <p:sp>
        <p:nvSpPr>
          <p:cNvPr id="338" name="Google Shape;338;p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9" name="Google Shape;33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Summarize the current pipeline/architecture (use diagram/figure if possible) - Highlight the main components and their roles.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Overall challenges: key technical issues to overcome.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Overall plan: how you intend to solve these issues.</a:t>
            </a:r>
            <a:endParaRPr/>
          </a:p>
          <a:p>
            <a:pPr indent="-158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58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Progress &amp; Results</a:t>
            </a:r>
            <a:endParaRPr/>
          </a:p>
        </p:txBody>
      </p:sp>
      <p:sp>
        <p:nvSpPr>
          <p:cNvPr id="345" name="Google Shape;345;p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Recap the in-progress list (details)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Demonstrate the result for this week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Quantitative results (metrics, tables)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Qualitative examples (visuals)</a:t>
            </a:r>
            <a:endParaRPr/>
          </a:p>
          <a:p>
            <a:pPr indent="-158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(Insight)</a:t>
            </a:r>
            <a:endParaRPr/>
          </a:p>
        </p:txBody>
      </p:sp>
      <p:sp>
        <p:nvSpPr>
          <p:cNvPr id="352" name="Google Shape;352;p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Show the exist problems and solutions if have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Stuffs you want to talk with prof.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59" name="Google Shape;359;p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60" name="Google Shape;360;p8"/>
          <p:cNvGraphicFramePr/>
          <p:nvPr/>
        </p:nvGraphicFramePr>
        <p:xfrm>
          <a:off x="1181682" y="214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8"/>
          <p:cNvSpPr/>
          <p:nvPr/>
        </p:nvSpPr>
        <p:spPr>
          <a:xfrm>
            <a:off x="1181682" y="1857092"/>
            <a:ext cx="3127851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Todolist &amp; Suggestion from Prof.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Research Summary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838200" y="1825624"/>
            <a:ext cx="10428293" cy="4872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&amp; Motivation (2 mins)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Challenge: XXX</a:t>
            </a:r>
            <a:endParaRPr/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XXX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Architecture Recap (3 mins)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 Module: XXX</a:t>
            </a:r>
            <a:endParaRPr/>
          </a:p>
          <a:p>
            <a:pPr indent="-285750" lvl="0" marL="4000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 Module: XXX</a:t>
            </a:r>
            <a:endParaRPr/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Status &amp; Results (3 mins)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(Experimental results, numbers, figures, or visual examples)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 Items (2 mins)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(Specific questions to discuss or Prof.’s feedback)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(Suggestions or solution)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Todolist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1953985" y="1332336"/>
            <a:ext cx="8284029" cy="487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8108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don’t have research,  just show this slides and make each term be NONE</a:t>
            </a:r>
            <a:endParaRPr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(Why This Research Matters)</a:t>
            </a:r>
            <a:endParaRPr/>
          </a:p>
        </p:txBody>
      </p:sp>
      <p:sp>
        <p:nvSpPr>
          <p:cNvPr id="377" name="Google Shape;37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Related work, challenges, limitation of previous work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Recap the overall objective - motivation - Expected final outcomes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(Previous Method)</a:t>
            </a:r>
            <a:endParaRPr/>
          </a:p>
        </p:txBody>
      </p:sp>
      <p:sp>
        <p:nvSpPr>
          <p:cNvPr id="383" name="Google Shape;383;p1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Key prior methods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Their limitations / gaps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How your approach differs</a:t>
            </a:r>
            <a:endParaRPr b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(Current Pipeline Overview)</a:t>
            </a:r>
            <a:endParaRPr/>
          </a:p>
        </p:txBody>
      </p:sp>
      <p:sp>
        <p:nvSpPr>
          <p:cNvPr id="391" name="Google Shape;39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Summarize the current pipeline/architecture (use diagram/figure if possible) - Highlight the main components and their roles.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Overall challenges: key technical issues to overcome.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Overall plan: how you intend to solve these issues.</a:t>
            </a:r>
            <a:endParaRPr/>
          </a:p>
          <a:p>
            <a:pPr indent="-158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58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Progress &amp; Results</a:t>
            </a:r>
            <a:endParaRPr/>
          </a:p>
        </p:txBody>
      </p:sp>
      <p:sp>
        <p:nvSpPr>
          <p:cNvPr id="398" name="Google Shape;39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Recap the in-progress list (details)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Demonstrate the result for this week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Quantitative results (metrics, tables)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Qualitative examples (visuals)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(Insight)</a:t>
            </a:r>
            <a:endParaRPr/>
          </a:p>
        </p:txBody>
      </p:sp>
      <p:sp>
        <p:nvSpPr>
          <p:cNvPr id="405" name="Google Shape;40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Show the exist problems and solutions if have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Stuffs you want to talk with prof.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graphicFrame>
        <p:nvGraphicFramePr>
          <p:cNvPr id="412" name="Google Shape;412;p15"/>
          <p:cNvGraphicFramePr/>
          <p:nvPr/>
        </p:nvGraphicFramePr>
        <p:xfrm>
          <a:off x="1181682" y="21470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89950"/>
                <a:gridCol w="9438700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XXX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15"/>
          <p:cNvSpPr/>
          <p:nvPr/>
        </p:nvSpPr>
        <p:spPr>
          <a:xfrm>
            <a:off x="1181682" y="1857092"/>
            <a:ext cx="3127851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Todolist &amp; Suggestion from Prof.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Paper Study </a:t>
            </a:r>
            <a:endParaRPr/>
          </a:p>
        </p:txBody>
      </p:sp>
      <p:sp>
        <p:nvSpPr>
          <p:cNvPr id="419" name="Google Shape;419;p16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20" name="Google Shape;420;p16"/>
          <p:cNvGraphicFramePr/>
          <p:nvPr/>
        </p:nvGraphicFramePr>
        <p:xfrm>
          <a:off x="1181682" y="2313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{6F5020E9-609E-4017-BB34-8560C302F62E}</a:tableStyleId>
              </a:tblPr>
              <a:tblGrid>
                <a:gridCol w="393125"/>
                <a:gridCol w="237075"/>
                <a:gridCol w="1642525"/>
                <a:gridCol w="7617575"/>
              </a:tblGrid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Conf.Name Year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Paper Title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8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b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1" name="Google Shape;421;p16"/>
          <p:cNvSpPr/>
          <p:nvPr/>
        </p:nvSpPr>
        <p:spPr>
          <a:xfrm>
            <a:off x="1181683" y="2023530"/>
            <a:ext cx="1307518" cy="28786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List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Background, motivation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Limitations of existing work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Objective &amp; expected outcomes</a:t>
            </a:r>
            <a:endParaRPr b="1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Brief overview of related studies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Key challenges / gaps they didn’t solve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2" name="Google Shape;442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Pipeline diagram / architecture overview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Major components and their roles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Key technical issues to overcome</a:t>
            </a:r>
            <a:endParaRPr b="1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8" name="Google Shape;448;p20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Quantitative results (metrics, tables)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Qualitative results (visuals, examples)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5" name="Google Shape;455;p21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6" name="Google Shape;456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Observations / insights</a:t>
            </a:r>
            <a:endParaRPr/>
          </a:p>
          <a:p>
            <a:pPr indent="-285750" lvl="0" marL="4000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Questions or feedback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Others</a:t>
            </a:r>
            <a:endParaRPr/>
          </a:p>
        </p:txBody>
      </p:sp>
      <p:sp>
        <p:nvSpPr>
          <p:cNvPr id="462" name="Google Shape;462;p22"/>
          <p:cNvSpPr txBox="1"/>
          <p:nvPr>
            <p:ph idx="12" type="sldNum"/>
          </p:nvPr>
        </p:nvSpPr>
        <p:spPr>
          <a:xfrm>
            <a:off x="8610600" y="6356350"/>
            <a:ext cx="330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8750" lvl="0" marL="4000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2024-07-03T12:38:17Z</dcterms:created>
  <dc:creator>Isadora Lo</dc:creator>
</cp:coreProperties>
</file>